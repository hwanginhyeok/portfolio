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BFE"/>
                </a:solidFill>
                <a:latin typeface="맑은 고딕"/>
              </a:defRPr>
            </a:pPr>
            <a:r>
              <a:t>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전동화 시스템 버추얼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맑은 고딕"/>
              </a:defRPr>
            </a:pPr>
            <a:r>
              <a:t>PMSM 고장진단을 위한 Co-simulation 및 실험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맑은 고딕"/>
              </a:defRPr>
            </a:pPr>
            <a:r>
              <a:t>황인혁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맑은 고딕"/>
              </a:defRPr>
            </a:pPr>
            <a:r>
              <a:t>건국대학교 기계설계학과 석사  |  RBDO 연구실 (신뢰성기반최적설계)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91695" cy="50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맑은 고딕"/>
              </a:defRPr>
            </a:pPr>
            <a:r>
              <a:t>"모터 인버터 시스템 연구 경험, 최적을 모델을 찾는 끈기"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이력서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097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이 름 : 황인혁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맑은 고딕"/>
              </a:defRPr>
            </a:pPr>
            <a:r>
              <a:t>학 력 : 건국대학교 기계공학과 학사 ('21. 2월 졸업)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맑은 고딕"/>
              </a:defRPr>
            </a:pPr>
            <a:r>
              <a:t>           건국대학교 기계설계학과 석사 ('23. 2월 졸업)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11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맑은 고딕"/>
              </a:defRPr>
            </a:pPr>
            <a:r>
              <a:t>LAB실명 : 건국대학교 신뢰성기반최적설계 연구실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맑은 고딕"/>
              </a:defRPr>
            </a:pPr>
            <a:r>
              <a:t>세부전공 : 매입형 영구자석 동기전동기의 모델링 및 고장 진단에 관한 연구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097280"/>
            <a:ext cx="1188720" cy="15544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사진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5029200" cy="32004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029200" cy="36576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44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프로젝트 경력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• 2년 6개월 연구 경력 (학부: 6개월 / 석사: 2년)</a:t>
            </a:r>
          </a:p>
          <a:p>
            <a:pPr algn="l">
              <a:spcBef>
                <a:spcPts val="300"/>
              </a:spcBef>
              <a:defRPr sz="6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• 주요 프로젝트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  - 전동화차량 핵심부품의 고장예지 기술개발 2단계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    (2020-11 ~ 2022-07, 현대자동차 '상용 해석 리서치랩')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  - 전동화 차량 구동 전기모터의 상태 진단을 위한 PHM SoC 개발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    (2021-04 ~ 2022-10, 산업통상자원부)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  - 스마트 차량 정비를 위한 핵심 부품의 잔류수명 예측기술 및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    비접촉 센서 모듈 개발 (2021-07 ~ 2022-10, 만도)</a:t>
            </a:r>
          </a:p>
          <a:p>
            <a:pPr algn="l">
              <a:spcBef>
                <a:spcPts val="300"/>
              </a:spcBef>
              <a:defRPr sz="6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• 대외활동 경험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  - 교내봉사 동아리 MRA (2015-09 ~ 2016-09)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  - 미식축구 동아리 Raging Bulls (2015-07 ~ 2019-08)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  - 수상레저 동아리 SUPREME (2020-05 ~ 2021-10)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26080"/>
            <a:ext cx="5029200" cy="32004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5029200" cy="36576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944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주요 발표 논문 및 연구실적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7472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• 주저자 논문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  - Co-simulation for fault diagnosis of 120kW Interior Permanent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    Magnet Synchronous Machine and Experimental Validation</a:t>
            </a:r>
          </a:p>
          <a:p>
            <a:pPr algn="l">
              <a:spcBef>
                <a:spcPts val="300"/>
              </a:spcBef>
              <a:defRPr sz="6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• 주요 학회 발표 실적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  - 전기자동차용 매입형 영구자석 동기전동기의 정밀한 시뮬레이션을 위한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    모델링 분석 (한국 PHM 학회 정기학술대회 2022)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  - 전동화 차량 구동시스템의 효율적인 예방정비 기술 개발</a:t>
            </a:r>
          </a:p>
          <a:p>
            <a:pPr algn="l">
              <a:spcBef>
                <a:spcPts val="300"/>
              </a:spcBef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    (한국신뢰성학회 2022년 춘계학술대회, 최우수발표 논문상)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  - 시스템 수준 측정값을 이용한 모터 구동 시스템 내 IGBT 개방 고장</a:t>
            </a:r>
          </a:p>
          <a:p>
            <a:pPr algn="l">
              <a:spcBef>
                <a:spcPts val="300"/>
              </a:spcBef>
              <a:defRPr sz="1000" b="1">
                <a:solidFill>
                  <a:srgbClr val="1E40AF"/>
                </a:solidFill>
                <a:latin typeface="맑은 고딕"/>
              </a:defRPr>
            </a:pPr>
            <a:r>
              <a:t>    진단 기법 (한국 PHM 학회 2021, 우수포스터상)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이수 전공 Positioning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학사과정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- 전공이수학점: 79학점 이수 (3.24/4.5)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- 3학년 3.11 → 4학년 3.58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97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400" b="1">
                <a:solidFill>
                  <a:srgbClr val="0F172A"/>
                </a:solidFill>
                <a:latin typeface="맑은 고딕"/>
              </a:defRPr>
            </a:pPr>
            <a:r>
              <a:t>석사과정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- 전공이수학점: 27학점 이수 (3.77/4.5)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- 스위칭제어전원, 신뢰성기반최적설계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  <a:latin typeface="맑은 고딕"/>
              </a:defRPr>
            </a:pPr>
            <a:r>
              <a:t>※ 아래 Positioning Map은 원본 PPT의 과목-관심도-성적 매트릭스를 참조하여 노트북에서 이미지로 삽입하세요.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029200" cy="1828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관심도가 높았던 과목 (설계과목)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- 창의설계 : 코딩을 사용하여 목적에 맞는 로봇 구현 (A+)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- 종합설계 : 전동화 시스템 모델링 및 인버터 개방회로 시뮬레이션 (A+)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- 신뢰성기반최적설계 : 시험과 신뢰성 이론에 이해도 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51760"/>
            <a:ext cx="5029200" cy="1828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맑은 고딕"/>
              </a:defRPr>
            </a:pPr>
            <a:r>
              <a:t>C/C+ 수강 과목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089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- 학부 전공 : 동아리와 아르바이트로 인한 시간관리 미흡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- 석사 전공 : 타과 전공 지식 및 툴(ROS, HETLAS) 사용능력 부족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- 석사생활 동안 학습과 연구를 통한 개선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F172A"/>
                </a:solidFill>
                <a:latin typeface="맑은 고딕"/>
              </a:defRPr>
            </a:pPr>
            <a:r>
              <a:t>학사 타전공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4846320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F172A"/>
                </a:solidFill>
                <a:latin typeface="맑은 고딕"/>
              </a:defRPr>
            </a:pPr>
            <a:r>
              <a:t>학사 전공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4846320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BFDB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F172A"/>
                </a:solidFill>
                <a:latin typeface="맑은 고딕"/>
              </a:defRPr>
            </a:pPr>
            <a:r>
              <a:t>석사 전공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4846320"/>
            <a:ext cx="1097280" cy="27432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F172A"/>
                </a:solidFill>
                <a:latin typeface="맑은 고딕"/>
              </a:defRPr>
            </a:pPr>
            <a:r>
              <a:t>직무관련전공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03520"/>
            <a:ext cx="10515600" cy="10972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직무 핵심 과목 (높은 관심 + A/A+ 성적)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0F172A"/>
                </a:solidFill>
                <a:latin typeface="맑은 고딕"/>
              </a:defRPr>
            </a:pPr>
            <a:r>
              <a:t>제어공학  ·  스위칭제어전원  ·  계측공학  ·  신뢰성기반최적설계  ·  신뢰성공학  ·  종합설계  ·  창의설계  ·  마이크로컨트롤러설계및응용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주요 연구 수행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맑은 고딕"/>
              </a:defRPr>
            </a:pPr>
            <a:r>
              <a:t>PMSM의 고장진단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고장 신호</a:t>
            </a:r>
            <a:br/>
            <a:r>
              <a:t>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모터 및 인버터</a:t>
            </a:r>
            <a:br/>
            <a:r>
              <a:t>제어 시뮬레이션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실험적 검증</a:t>
            </a:r>
            <a:br/>
            <a:r>
              <a:t>(다이나모 테스트)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고장 신호</a:t>
            </a:r>
            <a:br/>
            <a:r>
              <a:t>검증 (결과)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시뮬레이션</a:t>
            </a:r>
            <a:br/>
            <a:r>
              <a:t>모델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맑은 고딕"/>
              </a:defRPr>
            </a:pPr>
            <a:r>
              <a:t>PMSM의 감자 및 편심 결함 고장진단에 관한 연구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560320"/>
            <a:ext cx="10515600" cy="10972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연구배경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6060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모터의 감자 (demagnetization) 및 편심 (eccentricity) 결함 발생 → 진동 및 소음 / 모터 효율 저감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초기 진단 실패 시 unbalanced magnetic pull (UMP) 지속 → 베어링 고장 / 편심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상태 모니터링을 통한 상태 기반 유지보수 필요 → 모터의 고장진단 기술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31920"/>
            <a:ext cx="10515600" cy="2286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맑은 고딕"/>
              </a:defRPr>
            </a:pPr>
            <a:r>
              <a:t>연구내용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977639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1) 모터 영상과 제어기 영향을 고려한 고장신호 선정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   감자 고장 발생시 전류 증가, 편심 고장 발생시 전류 fractional 고조파 증가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2) 고장 모드를 반영한 모터의 전자기 해석 수행 (Ansys Maxwell)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   감자 고장 쇄교자속 감소, 편심 고장 쇄교자속 왜곡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3) 시뮬레이션을 통한 검증 : 정확성과 해석시간을 고려한 모터 및 인버터 모델링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4) 실험적 검증을 위한 정상 및 고장 모터 제작, 200kW급 다이나모 테스트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5) 시뮬레이션 모델 개선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400800"/>
            <a:ext cx="10515600" cy="32004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감자 및 편심 결함을 위한 이론적 고장진단 신호 파악 및 시뮬레이션과 실험을 통한 검증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주요 연구 수행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맑은 고딕"/>
              </a:defRPr>
            </a:pPr>
            <a:r>
              <a:t>PMSM 고장진단 — 1) 모터의 고장신호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고장 신호</a:t>
            </a:r>
            <a:br/>
            <a:r>
              <a:t>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모터 및 인버터</a:t>
            </a:r>
            <a:br/>
            <a:r>
              <a:t>제어 시뮬레이션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실험적 검증</a:t>
            </a:r>
            <a:br/>
            <a:r>
              <a:t>(다이나모 테스트)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고장 신호</a:t>
            </a:r>
            <a:br/>
            <a:r>
              <a:t>검증 (결과)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시뮬레이션</a:t>
            </a:r>
            <a:br/>
            <a:r>
              <a:t>모델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1) 모터의 고장신호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모터 고장 발생시 전류 신호의 변화를 이용한 모터 고장진단 가능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고장 발생시 전류의 변화 형태를 사전에 알고 진단하는 것이 중요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고장신호는 모터 고장의 종류와 형상에 영향을 받음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00400"/>
            <a:ext cx="5029200" cy="29260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200400"/>
            <a:ext cx="5029200" cy="32004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218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1. 고장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4903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정상 및 고장 모터에 대한 전자기 해석 진행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모터 파라미터 (쇄교자속 및 토크) 추출</a:t>
            </a:r>
          </a:p>
          <a:p>
            <a:pPr algn="l">
              <a:spcBef>
                <a:spcPts val="300"/>
              </a:spcBef>
              <a:defRPr sz="8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※ 이미지: 정상 모터 / 감자 모터 FEA 결과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  (원본 PPT에서 이미지 복사-붙여넣기)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200400"/>
            <a:ext cx="5029200" cy="29260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3200400"/>
            <a:ext cx="5029200" cy="32004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218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2. 고장신호 특성화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4903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정상 및 고장 모터에 대한 전자기 해석 진행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모터의 쇄교자속 추출 및 신호 분석</a:t>
            </a:r>
          </a:p>
          <a:p>
            <a:pPr algn="l">
              <a:spcBef>
                <a:spcPts val="300"/>
              </a:spcBef>
              <a:defRPr sz="8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감자 고장 : 자속 감소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복합 편심 : 주기성 (동적 및 정적 편심 자속 증가)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6309360"/>
            <a:ext cx="10515600" cy="320040"/>
          </a:xfrm>
          <a:prstGeom prst="roundRect">
            <a:avLst>
              <a:gd name="adj" fmla="val 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감자(전류 증가) 및 편심(fractional harmonics) 결함 신호 이론적 도출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주요 연구 수행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맑은 고딕"/>
              </a:defRPr>
            </a:pPr>
            <a:r>
              <a:t>PMSM 고장진단 — 2) 모터 및 인버터 제어 시뮬레이션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고장 신호</a:t>
            </a:r>
            <a:br/>
            <a:r>
              <a:t>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모터 및 인버터</a:t>
            </a:r>
            <a:br/>
            <a:r>
              <a:t>제어 시뮬레이션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실험적 검증</a:t>
            </a:r>
            <a:br/>
            <a:r>
              <a:t>(다이나모 테스트)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고장 신호</a:t>
            </a:r>
            <a:br/>
            <a:r>
              <a:t>검증 (결과)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시뮬레이션</a:t>
            </a:r>
            <a:br/>
            <a:r>
              <a:t>모델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2) 모터 및 인버터 제어 시뮬레이션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468880"/>
            <a:ext cx="5029200" cy="1828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2468880"/>
            <a:ext cx="5029200" cy="32004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487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1. 모터 모델 선정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9260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모터 결함 반영 → 모델 정확도 중요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다양한 동작환경 → 계산시간 중요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정확성/계산시간을 모두 고려한 모델 선정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→ 포화특성, 공간고조파, 손실을 반영한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   Flux State Variable Model 사용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68880"/>
            <a:ext cx="5029200" cy="1828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2468880"/>
            <a:ext cx="5029200" cy="32004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2. 모터 모델링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260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Transient FEM 해석 (Ansys Maxwell)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정상 및 고장 모터에 대한 쇄교자속 / 토크 추출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모터 파라미터 → Look-up table (LUT)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  MATLAB Simulink 모터 모델 구현시 활용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→ 쇄교자속 / 모터 토크 → 3D LUT (id, iq map)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72000"/>
            <a:ext cx="5029200" cy="1828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4572000"/>
            <a:ext cx="5029200" cy="32004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90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3. 인버터 스위치 모델 선정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292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다양한 동작환경 → 계산시간 중요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해석시간과 모터의 고장신호의 관찰 가능성 고려</a:t>
            </a:r>
          </a:p>
          <a:p>
            <a:pPr algn="l">
              <a:spcBef>
                <a:spcPts val="300"/>
              </a:spcBef>
              <a:defRPr sz="4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→ Turn-on &amp; off / Dead time 반영 모델 선정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572000"/>
            <a:ext cx="5029200" cy="1828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7920" y="4572000"/>
            <a:ext cx="5029200" cy="32004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590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4. 모터 및 제어시스템 해석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0292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MATLAB Simulink 이용 모터 모델 구현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PMSM 속도 제어 시스템 구현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  - SVPWM, FOC, PI current/speed control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  - MTPA, Field-weakening (FW), MTPV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6492240"/>
            <a:ext cx="10515600" cy="274320"/>
          </a:xfrm>
          <a:prstGeom prst="roundRect">
            <a:avLst>
              <a:gd name="adj" fmla="val 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모델의 정확도 / 계산시간을 고려한 정상 및 고장 모터 제어 시스템 모델링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주요 연구 수행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맑은 고딕"/>
              </a:defRPr>
            </a:pPr>
            <a:r>
              <a:t>PMSM 고장진단 — 3) 실험적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고장 신호</a:t>
            </a:r>
            <a:br/>
            <a:r>
              <a:t>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모터 및 인버터</a:t>
            </a:r>
            <a:br/>
            <a:r>
              <a:t>제어 시뮬레이션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실험적 검증</a:t>
            </a:r>
            <a:br/>
            <a:r>
              <a:t>(다이나모 테스트)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고장 신호</a:t>
            </a:r>
            <a:br/>
            <a:r>
              <a:t>검증 (결과)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시뮬레이션</a:t>
            </a:r>
            <a:br/>
            <a:r>
              <a:t>모델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3) 실험적 검증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468880"/>
            <a:ext cx="5029200" cy="20116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2468880"/>
            <a:ext cx="5029200" cy="32004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487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1. 모터 제작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926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정상 및 고장 모터 제작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인위적 고장 삽입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  - 전체 감자 모터 (하우징 + 로터 축)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  - 정적 &amp; 동적 편심 고장 모터</a:t>
            </a:r>
          </a:p>
          <a:p>
            <a:pPr algn="l">
              <a:spcBef>
                <a:spcPts val="300"/>
              </a:spcBef>
              <a:defRPr sz="6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※ 이미지: 고장 모터 사진 (원본 PPT 참조)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68880"/>
            <a:ext cx="5029200" cy="20116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2468880"/>
            <a:ext cx="5029200" cy="32004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2. 다이나모 테스트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260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200kW 다이나모 테스트 벤드 이용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기본구성 : 파워스토리지, 모터, 인버터, 다이나모미터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추가구성 : 가속도계, 전류센서, 전압센서, DAQ(LabVIEW)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MTPA-FW-MTPV 영역을 고려한 8가지 실험조건 설계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  (2000/5500/8500rpm × 50/100/250/400Nm)</a:t>
            </a:r>
          </a:p>
          <a:p>
            <a:pPr algn="l">
              <a:spcBef>
                <a:spcPts val="300"/>
              </a:spcBef>
              <a:defRPr sz="6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※ 이미지: 실험 구성도 + 셋업 사진 (원본 PPT)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주요 연구 수행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맑은 고딕"/>
              </a:defRPr>
            </a:pPr>
            <a:r>
              <a:t>PMSM 고장진단 — 4) 고장신호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고장 신호</a:t>
            </a:r>
            <a:br/>
            <a:r>
              <a:t>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모터 및 인버터</a:t>
            </a:r>
            <a:br/>
            <a:r>
              <a:t>제어 시뮬레이션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실험적 검증</a:t>
            </a:r>
            <a:br/>
            <a:r>
              <a:t>(다이나모 테스트)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고장 신호</a:t>
            </a:r>
            <a:br/>
            <a:r>
              <a:t>검증 (결과)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시뮬레이션</a:t>
            </a:r>
            <a:br/>
            <a:r>
              <a:t>모델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4) 고장신호 검증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468880"/>
            <a:ext cx="5029200" cy="32918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2468880"/>
            <a:ext cx="5029200" cy="32004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487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1. 고장 경향성 비교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9260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시뮬레이션 결과와 실험 결과의 경향성 비교</a:t>
            </a:r>
          </a:p>
          <a:p>
            <a:pPr algn="l">
              <a:spcBef>
                <a:spcPts val="300"/>
              </a:spcBef>
              <a:defRPr sz="6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Demagnetization: 시뮬-실험 전류 파형 경향 일치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Mixed Eccentricity: 고조파 스펙트럼 경향 일치</a:t>
            </a:r>
          </a:p>
          <a:p>
            <a:pPr algn="l">
              <a:spcBef>
                <a:spcPts val="300"/>
              </a:spcBef>
              <a:defRPr sz="8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※ 이미지: Phase A current 비교 그래프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  + Current spectrum 비교 그래프 (원본 PPT)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68880"/>
            <a:ext cx="5029200" cy="32918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2468880"/>
            <a:ext cx="5029200" cy="32004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2. 전류 크기 비교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260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시뮬레이션과 실험 결과 비교</a:t>
            </a:r>
          </a:p>
          <a:p>
            <a:pPr algn="l">
              <a:spcBef>
                <a:spcPts val="300"/>
              </a:spcBef>
              <a:defRPr sz="6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CSVM: THD= 2.2%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FSVM: THD= 4.3%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Experiment: THD= 6.1%</a:t>
            </a:r>
          </a:p>
          <a:p>
            <a:pPr algn="l">
              <a:spcBef>
                <a:spcPts val="300"/>
              </a:spcBef>
              <a:defRPr sz="6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→ 시뮬레이션과 실험의 전류 경향성 일치 확인</a:t>
            </a:r>
          </a:p>
          <a:p>
            <a:pPr algn="l">
              <a:spcBef>
                <a:spcPts val="300"/>
              </a:spcBef>
              <a:defRPr sz="8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※ 이미지: FFT comparison + Phase A current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  비교 그래프 (원본 PPT)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주요 연구 수행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맑은 고딕"/>
              </a:defRPr>
            </a:pPr>
            <a:r>
              <a:t>PMSM 고장진단 — 5) 시뮬레이션 모델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고장 신호</a:t>
            </a:r>
            <a:br/>
            <a:r>
              <a:t>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모터 및 인버터</a:t>
            </a:r>
            <a:br/>
            <a:r>
              <a:t>제어 시뮬레이션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실험적 검증</a:t>
            </a:r>
            <a:br/>
            <a:r>
              <a:t>(다이나모 테스트)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맑은 고딕"/>
              </a:defRPr>
            </a:pPr>
            <a:r>
              <a:t>고장 신호</a:t>
            </a:r>
            <a:br/>
            <a:r>
              <a:t>검증 (결과)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18872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097280"/>
            <a:ext cx="1920240" cy="64008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1430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시뮬레이션</a:t>
            </a:r>
            <a:br/>
            <a:r>
              <a:t>모델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맑은 고딕"/>
              </a:defRPr>
            </a:pPr>
            <a:r>
              <a:t>5) 시뮬레이션 모델 개선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468880"/>
            <a:ext cx="5029200" cy="32918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2468880"/>
            <a:ext cx="5029200" cy="32004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487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1. 모델링 개선점 발견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9260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시뮬레이션과 실험 지령 전류각과 크기가 다름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전류 제어기의 알고리즘 개선 필요</a:t>
            </a:r>
          </a:p>
          <a:p>
            <a:pPr algn="l">
              <a:spcBef>
                <a:spcPts val="300"/>
              </a:spcBef>
              <a:defRPr sz="6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0F172A"/>
                </a:solidFill>
                <a:latin typeface="맑은 고딕"/>
              </a:defRPr>
            </a:pPr>
            <a:r>
              <a:t>기존의 전류 제어기 전류 지령 맵: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시뮬레이션과 실험의 id-iq 전류 지령이 불일치</a:t>
            </a:r>
          </a:p>
          <a:p>
            <a:pPr algn="l">
              <a:spcBef>
                <a:spcPts val="300"/>
              </a:spcBef>
              <a:defRPr sz="8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※ 이미지: 기존 전류 제어기 전류 지령 맵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  (원본 PPT에서 복사)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68880"/>
            <a:ext cx="5029200" cy="32918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2468880"/>
            <a:ext cx="5029200" cy="32004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487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2. 전류 제어기 재설계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260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실제 전류 제어기는 수학적 모델과 모터 특성을 반영한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  해석 결과를 활용하여 calibration을 하여 설계함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• ANSYS Maxwell 모터 해석결과를 활용하여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475569"/>
                </a:solidFill>
                <a:latin typeface="맑은 고딕"/>
              </a:defRPr>
            </a:pPr>
            <a:r>
              <a:t>  MATLAB CAGE에서 최적화 진행</a:t>
            </a:r>
          </a:p>
          <a:p>
            <a:pPr algn="l">
              <a:spcBef>
                <a:spcPts val="300"/>
              </a:spcBef>
              <a:defRPr sz="6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100" b="1">
                <a:solidFill>
                  <a:srgbClr val="1E40AF"/>
                </a:solidFill>
                <a:latin typeface="맑은 고딕"/>
              </a:defRPr>
            </a:pPr>
            <a:r>
              <a:t>→ 정확한 모델링을 위한 전류 제어기 재설계 및 적용</a:t>
            </a:r>
          </a:p>
          <a:p>
            <a:pPr algn="l">
              <a:spcBef>
                <a:spcPts val="300"/>
              </a:spcBef>
              <a:defRPr sz="800" b="0">
                <a:solidFill>
                  <a:srgbClr val="0F172A"/>
                </a:solidFill>
                <a:latin typeface="맑은 고딕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※ 이미지: 개선된 전류 제어기 전류 지령 맵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DC2626"/>
                </a:solidFill>
                <a:latin typeface="맑은 고딕"/>
              </a:defRPr>
            </a:pPr>
            <a:r>
              <a:t>  + id/iq current map (원본 PPT)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943600"/>
            <a:ext cx="10515600" cy="320040"/>
          </a:xfrm>
          <a:prstGeom prst="roundRect">
            <a:avLst>
              <a:gd name="adj" fmla="val 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맑은 고딕"/>
              </a:defRPr>
            </a:pPr>
            <a:r>
              <a:t>정확한 모델링을 위한 전류 제어기 재설계 및 적용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2286000"/>
            <a:ext cx="12191695" cy="2286000"/>
          </a:xfrm>
          <a:prstGeom prst="roundRect">
            <a:avLst>
              <a:gd name="adj" fmla="val 2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맑은 고딕"/>
              </a:defRPr>
            </a:pPr>
            <a:r>
              <a:t>황인혁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onsolas"/>
              </a:defRPr>
            </a:pPr>
            <a: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FDBFE"/>
                </a:solidFill>
                <a:latin typeface="맑은 고딕"/>
              </a:defRPr>
            </a:pPr>
            <a:r>
              <a:t>건국대학교 기계설계학과 석사  |  RBDO 연구실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0292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맑은 고딕"/>
              </a:defRPr>
            </a:pPr>
          </a:p>
          <a:p>
            <a:pPr algn="ctr">
              <a:spcBef>
                <a:spcPts val="300"/>
              </a:spcBef>
              <a:defRPr sz="1300" b="0">
                <a:solidFill>
                  <a:srgbClr val="475569"/>
                </a:solidFill>
                <a:latin typeface="맑은 고딕"/>
              </a:defRPr>
            </a:pPr>
            <a:r>
              <a:t>GitHub    github.com/hwanginhyeok</a:t>
            </a:r>
          </a:p>
          <a:p>
            <a:pPr algn="ctr">
              <a:spcBef>
                <a:spcPts val="300"/>
              </a:spcBef>
              <a:defRPr sz="1300" b="0">
                <a:solidFill>
                  <a:srgbClr val="475569"/>
                </a:solidFill>
                <a:latin typeface="맑은 고딕"/>
              </a:defRPr>
            </a:pPr>
            <a:r>
              <a:t>Email      inhyeok.hwang@gintlab.com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91695" cy="50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